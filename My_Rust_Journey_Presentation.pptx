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– Title</a:t>
            </a:r>
          </a:p>
          <a:p>
            <a:r>
              <a:t>Welcome everyone. Today I'll walk you through my Rust learning journey — from absolute beginner to</a:t>
            </a:r>
          </a:p>
          <a:p>
            <a:r>
              <a:t>building full-stack web applications, a multi-crate RPG engine, and a suite of interactive games.</a:t>
            </a:r>
          </a:p>
          <a:p>
            <a:r>
              <a:t>The talk will run about 15-20 minutes and I'll cover the theory I studied, the code I wrote, and</a:t>
            </a:r>
          </a:p>
          <a:p>
            <a:r>
              <a:t>four live GitHub projects.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– Agenda</a:t>
            </a:r>
          </a:p>
          <a:p>
            <a:r>
              <a:t>Briefly walk through the agenda. Let the audience know this is a structured overview —</a:t>
            </a:r>
          </a:p>
          <a:p>
            <a:r>
              <a:t>theory first, then each project in turn. Mention that all code is public on GitHub and links</a:t>
            </a:r>
          </a:p>
          <a:p>
            <a:r>
              <a:t>will be at the end.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– Why Rust?</a:t>
            </a:r>
          </a:p>
          <a:p>
            <a:r>
              <a:t>Explain that you chose Rust because of its reputation for memory safety without a garbage collector.</a:t>
            </a:r>
          </a:p>
          <a:p>
            <a:r>
              <a:t>Mention that it's used in production at Microsoft, Google, Amazon, the Linux kernel, and Mozilla.</a:t>
            </a:r>
          </a:p>
          <a:p>
            <a:r>
              <a:t>The borrow checker is notoriously hard to learn but that's the point — once you understand ownership</a:t>
            </a:r>
          </a:p>
          <a:p>
            <a:r>
              <a:t>you write code that is safe AND fast by default. Stack Overflow has ranked it the most-loved</a:t>
            </a:r>
          </a:p>
          <a:p>
            <a:r>
              <a:t>programming language for nine consecutive years.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– The Curriculum</a:t>
            </a:r>
          </a:p>
          <a:p>
            <a:r>
              <a:t>You followed a formal 15-week self-study plan with weekly deliverables and progress reports.</a:t>
            </a:r>
          </a:p>
          <a:p>
            <a:r>
              <a:t>Your primary textbooks were 'The Rust Programming Language' (aka 'the Book') and Google's</a:t>
            </a:r>
          </a:p>
          <a:p>
            <a:r>
              <a:t>'Comprehensive Rust' course. Highlight that you filed 4 formal progress reports documenting</a:t>
            </a:r>
          </a:p>
          <a:p>
            <a:r>
              <a:t>what you learned each period.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– Core Concepts</a:t>
            </a:r>
          </a:p>
          <a:p>
            <a:r>
              <a:t>Walk through each concept briefly. Emphasise that these are not just academic —</a:t>
            </a:r>
          </a:p>
          <a:p>
            <a:r>
              <a:t>every concept here appears in at least one project you built. For instance:</a:t>
            </a:r>
          </a:p>
          <a:p>
            <a:r>
              <a:t>- Ownership and borrowing are exercised in the RPG's combat and inventory crates</a:t>
            </a:r>
          </a:p>
          <a:p>
            <a:r>
              <a:t>- Traits/generics underpin the game-engine abstractions</a:t>
            </a:r>
          </a:p>
          <a:p>
            <a:r>
              <a:t>- Async/await powers all three web applications</a:t>
            </a:r>
          </a:p>
          <a:p>
            <a:r>
              <a:t>- Workspace crates keep the RPG modular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– Foundational Exercises</a:t>
            </a:r>
          </a:p>
          <a:p>
            <a:r>
              <a:t>These small programs form the base of the training repo. Each exercise maps to a chapter</a:t>
            </a:r>
          </a:p>
          <a:p>
            <a:r>
              <a:t>in 'The Rust Programming Language'. Highlight that hello_world was Day 1 and the guessing</a:t>
            </a:r>
          </a:p>
          <a:p>
            <a:r>
              <a:t>game with a GUI was a major milestone — it combined ownership, error handling, random</a:t>
            </a:r>
          </a:p>
          <a:p>
            <a:r>
              <a:t>number generation, and an immediate-mode GUI (egui).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– Ultra Game Suite</a:t>
            </a:r>
          </a:p>
          <a:p>
            <a:r>
              <a:t>This is the richest exercise project. 10 complete games ship in a single Rust binary. The</a:t>
            </a:r>
          </a:p>
          <a:p>
            <a:r>
              <a:t>default mode launches an eframe/egui graphical menu; pass --cli for terminal mode or</a:t>
            </a:r>
          </a:p>
          <a:p>
            <a:r>
              <a:t>--game N to jump straight to a game.</a:t>
            </a:r>
          </a:p>
          <a:p>
            <a:r>
              <a:t>Key Rust concepts demonstrated:</a:t>
            </a:r>
          </a:p>
          <a:p>
            <a:r>
              <a:t>- Enums modelling game state machines</a:t>
            </a:r>
          </a:p>
          <a:p>
            <a:r>
              <a:t>- Trait objects for pluggable game logic</a:t>
            </a:r>
          </a:p>
          <a:p>
            <a:r>
              <a:t>- Crossterm for TUI rendering (Minesweeper, Chess, Checkers)</a:t>
            </a:r>
          </a:p>
          <a:p>
            <a:r>
              <a:t>- Blackjack has a custom ASCII card-flip animation using crossterm cursor control</a:t>
            </a:r>
          </a:p>
          <a:p>
            <a:r>
              <a:t>- Minimax algorithm for Tic-Tac-Toe AI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– Iron Age RPG</a:t>
            </a:r>
          </a:p>
          <a:p>
            <a:r>
              <a:t>This is the flagship project in the training repo. It demonstrates professional-grade</a:t>
            </a:r>
          </a:p>
          <a:p>
            <a:r>
              <a:t>Cargo workspace architecture:</a:t>
            </a:r>
          </a:p>
          <a:p>
            <a:r>
              <a:t>- 10 crates with clearly separated responsibilities</a:t>
            </a:r>
          </a:p>
          <a:p>
            <a:r>
              <a:t>- Shared workspace dependencies in the root Cargo.toml</a:t>
            </a:r>
          </a:p>
          <a:p>
            <a:r>
              <a:t>- 84 automated tests across the workspace</a:t>
            </a:r>
          </a:p>
          <a:p>
            <a:r>
              <a:t>- Dual binaries: CLI game loop and an egui GUI</a:t>
            </a:r>
          </a:p>
          <a:p>
            <a:r>
              <a:t>- 5 sub-areas, 12 new enemies, 36 side quests, boss encounters</a:t>
            </a:r>
          </a:p>
          <a:p>
            <a:r>
              <a:t>- Data-driven design: all items, enemies, and quests live in JSON/TOML assets</a:t>
            </a:r>
          </a:p>
          <a:p>
            <a:r>
              <a:t>This is the kind of architecture used in real game studios and large software projects.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– Anomalous Inquiry</a:t>
            </a:r>
          </a:p>
          <a:p>
            <a:r>
              <a:t>This is a fully-deployed web application. Key talking points:</a:t>
            </a:r>
          </a:p>
          <a:p>
            <a:r>
              <a:t>- 100% server-side rendered with zero client-side JavaScript</a:t>
            </a:r>
          </a:p>
          <a:p>
            <a:r>
              <a:t>- Tera templates for server rendering (like Jinja2 but compiled to Rust)</a:t>
            </a:r>
          </a:p>
          <a:p>
            <a:r>
              <a:t>- Axum 0.7 is the modern replacement for Actix-web in the Rust ecosystem</a:t>
            </a:r>
          </a:p>
          <a:p>
            <a:r>
              <a:t>- Tokio async runtime handles all concurrent HTTP connections efficiently</a:t>
            </a:r>
          </a:p>
          <a:p>
            <a:r>
              <a:t>- The absence of JavaScript is a deliberate design choice — the site works on any device</a:t>
            </a:r>
          </a:p>
          <a:p>
            <a:r>
              <a:t>  including text-based browsers</a:t>
            </a:r>
          </a:p>
          <a:p>
            <a:r>
              <a:t>- Deployed on Render.com using a render.yaml configuration file</a:t>
            </a:r>
          </a:p>
          <a:p>
            <a:r>
              <a:t>- This project proves real-world Rust web server capability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– Esoteric Wisdom</a:t>
            </a:r>
          </a:p>
          <a:p>
            <a:r>
              <a:t>This is the most architecturally advanced web application in the portfolio:</a:t>
            </a:r>
          </a:p>
          <a:p>
            <a:r>
              <a:t>- Askama compiles ALL 164 HTML templates at BUILD TIME — type errors in templates are caught</a:t>
            </a:r>
          </a:p>
          <a:p>
            <a:r>
              <a:t>  by the Rust compiler. This is unique to the Rust ecosystem.</a:t>
            </a:r>
          </a:p>
          <a:p>
            <a:r>
              <a:t>- Argon2 is the winner of the Password Hashing Competition and considered the gold standard</a:t>
            </a:r>
          </a:p>
          <a:p>
            <a:r>
              <a:t>  for password storage.</a:t>
            </a:r>
          </a:p>
          <a:p>
            <a:r>
              <a:t>- JWT stateless auth means no server-side session store; horizontally scalable by default.</a:t>
            </a:r>
          </a:p>
          <a:p>
            <a:r>
              <a:t>- Arc&lt;RwLock&lt;&gt;&gt; is the idiomatic Rust pattern for shared mutable state across async tasks,</a:t>
            </a:r>
          </a:p>
          <a:p>
            <a:r>
              <a:t>  replacing databases for this scale of application.</a:t>
            </a:r>
          </a:p>
          <a:p>
            <a:r>
              <a:t>- The live site is at esoteric-wisdom.onrender.com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– GeoPolSim</a:t>
            </a:r>
          </a:p>
          <a:p>
            <a:r>
              <a:t>GeoPolSim demonstrates applying Rust to a domain-specific simulation problem.</a:t>
            </a:r>
          </a:p>
          <a:p>
            <a:r>
              <a:t>Key talking points:</a:t>
            </a:r>
          </a:p>
          <a:p>
            <a:r>
              <a:t>- Rust's ownership model maps naturally to simulation: each nation-state struct owns its data,</a:t>
            </a:r>
          </a:p>
          <a:p>
            <a:r>
              <a:t>  and interactions are modelled as method calls that respect borrowing rules.</a:t>
            </a:r>
          </a:p>
          <a:p>
            <a:r>
              <a:t>- The performance characteristics of Rust are uniquely valuable for simulation: no GC pauses,</a:t>
            </a:r>
          </a:p>
          <a:p>
            <a:r>
              <a:t>  predictable latency, and the ability to run large tick counts quickly.</a:t>
            </a:r>
          </a:p>
          <a:p>
            <a:r>
              <a:t>- Serde is used for serialisation — saving/loading simulation state is just #[derive(Serialize, Deserialize)].</a:t>
            </a:r>
          </a:p>
          <a:p>
            <a:r>
              <a:t>- If parallelism is needed, Rayon makes it trivial to parallelise iteration over entities</a:t>
            </a:r>
          </a:p>
          <a:p>
            <a:r>
              <a:t>  while the borrow checker prevents data races automatically.</a:t>
            </a:r>
          </a:p>
          <a:p>
            <a:r>
              <a:t>Note: The repository may be private/in progress at time of presentation — describe the design goals</a:t>
            </a:r>
          </a:p>
          <a:p>
            <a:r>
              <a:t>and architecture based on the available information.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– Common Patterns</a:t>
            </a:r>
          </a:p>
          <a:p>
            <a:r>
              <a:t>This slide ties all projects together. Emphasise that mastering these 6 patterns</a:t>
            </a:r>
          </a:p>
          <a:p>
            <a:r>
              <a:t>is what separates a Rust beginner from an intermediate developer:</a:t>
            </a:r>
          </a:p>
          <a:p>
            <a:r>
              <a:t>1. Error propagation with ? — used in every single project</a:t>
            </a:r>
          </a:p>
          <a:p>
            <a:r>
              <a:t>2. Serde derive — every project that reads or writes data</a:t>
            </a:r>
          </a:p>
          <a:p>
            <a:r>
              <a:t>3. Arc/RwLock — every concurrent application</a:t>
            </a:r>
          </a:p>
          <a:p>
            <a:r>
              <a:t>4. Trait objects — the Ultra Game Suite's plugin architecture</a:t>
            </a:r>
          </a:p>
          <a:p>
            <a:r>
              <a:t>5. Workspaces — Iron Age RPG's professional structure</a:t>
            </a:r>
          </a:p>
          <a:p>
            <a:r>
              <a:t>6. Async/await — all three web servers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– Metrics</a:t>
            </a:r>
          </a:p>
          <a:p>
            <a:r>
              <a:t>Let these numbers land. Pause after showing the slide.</a:t>
            </a:r>
          </a:p>
          <a:p>
            <a:r>
              <a:t>- 6 shipped projects across 4 repositories</a:t>
            </a:r>
          </a:p>
          <a:p>
            <a:r>
              <a:t>- 10 complete playable games in a single binary</a:t>
            </a:r>
          </a:p>
          <a:p>
            <a:r>
              <a:t>- 84 automated tests — real software engineering discipline</a:t>
            </a:r>
          </a:p>
          <a:p>
            <a:r>
              <a:t>- 140+ web pages of content</a:t>
            </a:r>
          </a:p>
          <a:p>
            <a:r>
              <a:t>- This is a substantial body of work for a self-study programme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– Lessons Learned</a:t>
            </a:r>
          </a:p>
          <a:p>
            <a:r>
              <a:t>Be personal here. These are your genuine insights:</a:t>
            </a:r>
          </a:p>
          <a:p>
            <a:r>
              <a:t>1. Compiler as teacher — every panic and borrow error is pedagogy</a:t>
            </a:r>
          </a:p>
          <a:p>
            <a:r>
              <a:t>2. Build-driven learning — reading alone doesn't work for Rust</a:t>
            </a:r>
          </a:p>
          <a:p>
            <a:r>
              <a:t>3. No ceiling — the same idioms from the exercises show up in the web servers</a:t>
            </a:r>
          </a:p>
          <a:p>
            <a:r>
              <a:t>4. Fearless refactoring — the type system makes large changes feel safe</a:t>
            </a:r>
          </a:p>
          <a:p>
            <a:r>
              <a:t>5. Ecosystem maturity — you are not alone; the community is world-class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– What's Next</a:t>
            </a:r>
          </a:p>
          <a:p>
            <a:r>
              <a:t>End with forward momentum. Show that you have a plan:</a:t>
            </a:r>
          </a:p>
          <a:p>
            <a:r>
              <a:t>- Advanced type system features are the natural next step</a:t>
            </a:r>
          </a:p>
          <a:p>
            <a:r>
              <a:t>- Database integration turns the web projects into fully persistent applications</a:t>
            </a:r>
          </a:p>
          <a:p>
            <a:r>
              <a:t>- WebAssembly is where Rust's web story becomes truly compelling</a:t>
            </a:r>
          </a:p>
          <a:p>
            <a:r>
              <a:t>- Embedded is the domain where Rust's zero-overhead guarantee matters most</a:t>
            </a:r>
          </a:p>
          <a:p>
            <a:r>
              <a:t>- Open source contribution is the mark of real competence — using a crate is one thing,</a:t>
            </a:r>
          </a:p>
          <a:p>
            <a:r>
              <a:t>  contributing to it is another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– Links &amp; Thank You</a:t>
            </a:r>
          </a:p>
          <a:p>
            <a:r>
              <a:t>Leave this slide up during Q&amp;A. All four repositories are public on GitHub.</a:t>
            </a:r>
          </a:p>
          <a:p>
            <a:r>
              <a:t>The live Esoteric Wisdom site is available now at esoteric-wisdom.onrender.com.</a:t>
            </a:r>
          </a:p>
          <a:p>
            <a:r>
              <a:t>Mention that you're happy to walk through any specific part of the code in detail.</a:t>
            </a:r>
          </a:p>
          <a:p>
            <a:r>
              <a:t>Thank the audience and invite questions.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320040" cy="63093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E422B"/>
                </a:solidFill>
              </a:rPr>
              <a:t>fn main() 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My Rust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CCCCCC"/>
                </a:solidFill>
              </a:rPr>
              <a:t>From Hello, World! to Full-Stack Web 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E422B"/>
                </a:solidFill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11274552" cy="36576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069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A 15-Minute Progress Report  •  Rust Systems Programming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1371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320040" cy="63093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01  Why Rust? — Language overview &amp;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075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02  The Curriculum — 15-week self-study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37943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03  Core Concepts Mastered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68296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04  Project 1: Foundational Exercises (rust-training)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986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05  Project 2: Ultra Game Suite — 10 games in 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29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06  Project 3: Iron Age RPG — workspace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59351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07  Project 4: Anomalous Inquiry — Axum web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89703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08  Project 5: Esoteric Wisdom — Full-stack auth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020055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09  Project 6: GeoPolSim — Simulation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50407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10  Key Takeaways &amp; What's Next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309360"/>
            <a:ext cx="12188952" cy="1371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320040" cy="63093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Rust?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5A623"/>
                </a:solidFill>
              </a:rPr>
              <a:t>Performance · Safety · Concurrency — without a garbage collector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0972800" cy="77724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E422B"/>
                </a:solidFill>
              </a:rPr>
              <a:t>⚡ 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64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Zero-cost abstractions. Compiles to native code. No GC pauses.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10972800" cy="77724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E422B"/>
                </a:solidFill>
              </a:rPr>
              <a:t>🔒  Memory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33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Ownership + borrowing enforced at compile time. No dangling pointers.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54680"/>
            <a:ext cx="10972800" cy="77724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E422B"/>
                </a:solidFill>
              </a:rPr>
              <a:t>🧵  Fearless Concurrency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021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The borrow checker prevents data races at compile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23359"/>
            <a:ext cx="10972800" cy="77724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690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E422B"/>
                </a:solidFill>
              </a:rPr>
              <a:t>🌍  Versatility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70831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CLI tools • web servers • embedded • game engines • WebAssembly.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92040"/>
            <a:ext cx="10972800" cy="77724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9377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E422B"/>
                </a:solidFill>
              </a:rPr>
              <a:t>🏆  Most-Loved 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39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Stack Overflow Developer Survey — #1 for 9 years running.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09360"/>
            <a:ext cx="12188952" cy="1371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320040" cy="63093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Curriculum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5A623"/>
                </a:solidFill>
              </a:rPr>
              <a:t>15-Week Self-Study Programme  •  Guided by: The Rust Programming Language (the Book) + Comprehensive 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920240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Weeks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417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Setup, cargo, hello_world, variables, types, functions, control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93391"/>
            <a:ext cx="1920240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Weeks 3–4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084831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Ownership, borrowing, slices — the core of Rust memory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60904"/>
            <a:ext cx="1920240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5234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Weeks 5–6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75234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Structs, enums, pattern matching, Option&lt;T&gt; &amp; Result&lt;T,E&gt;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28415"/>
            <a:ext cx="1920240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1985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41985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Collections, iterators, closures, error handling with ? operator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95928"/>
            <a:ext cx="1920240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873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Weeks 9–10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0873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Traits, generics, lifetimes, trait objects (dyn Trait)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1920240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7548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Weeks 11–12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754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Multi-threading, channels, Mutex, Arc — fearless concurrency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30952"/>
            <a:ext cx="1920240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4223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Weeks 13–14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4223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Async/await, Tokio, building HTTP services with Axum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998464"/>
            <a:ext cx="1920240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089903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Week 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6089903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Workspace architecture, crates, project integration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309360"/>
            <a:ext cx="12188952" cy="1371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320040" cy="63093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Core Concepts Mastered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57784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228600" cy="109728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0789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E422B"/>
                </a:solidFill>
              </a:rPr>
              <a:t>Ownership &amp; Borrowing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Single-owner model; shared &amp; mutable refs; borrow checker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05840"/>
            <a:ext cx="557784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005840"/>
            <a:ext cx="228600" cy="109728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0789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E422B"/>
                </a:solidFill>
              </a:rPr>
              <a:t>Enums &amp; Pattern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48132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Rich enums with data; exhaustive match; if let / while let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40280"/>
            <a:ext cx="557784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240280"/>
            <a:ext cx="228600" cy="109728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134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E422B"/>
                </a:solidFill>
              </a:rPr>
              <a:t>Traits &amp; Generics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1576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Polymorphism without inheritance; trait bounds; monomorphisation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240280"/>
            <a:ext cx="557784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240280"/>
            <a:ext cx="228600" cy="109728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3134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E422B"/>
                </a:solidFill>
              </a:rPr>
              <a:t>Error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71576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Result&lt;T,E&gt;, the ? operator, custom error types (thiserror)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474720"/>
            <a:ext cx="557784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474720"/>
            <a:ext cx="228600" cy="109728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547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E422B"/>
                </a:solidFill>
              </a:rPr>
              <a:t>Iterators &amp; Closures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95020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Lazy iterator chains; map/filter/fold; ownership in closures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474720"/>
            <a:ext cx="557784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474720"/>
            <a:ext cx="228600" cy="109728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547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E422B"/>
                </a:solidFill>
              </a:rPr>
              <a:t>Async / Await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95020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Tokio runtime; async fn; Futures; concurrent I/O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709160"/>
            <a:ext cx="557784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709160"/>
            <a:ext cx="228600" cy="109728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7823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E422B"/>
                </a:solidFill>
              </a:rPr>
              <a:t>Workspace Crates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1846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cargo workspaces; feature flags; re-exports; dependency sharing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709160"/>
            <a:ext cx="557784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4709160"/>
            <a:ext cx="228600" cy="109728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7823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E422B"/>
                </a:solidFill>
              </a:rPr>
              <a:t>Web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1846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Axum router; Tera/Askama templates; Serde JSON; JWT auth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309360"/>
            <a:ext cx="12188952" cy="1371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320040" cy="63093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Project 1 — Foundational Exercises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github.com/Anaxagorius/rust-training  •  get-dependencies/projects/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642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E422B"/>
                </a:solidFill>
              </a:rPr>
              <a:t>What I built: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hello_world · variables · branches · loops · functions · structs · arrays · guessing_game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5577840" cy="804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7743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hello_world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First binary; println! macro; cargo run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331720"/>
            <a:ext cx="5577840" cy="804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3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variables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249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let / let mut; shadowing; scalar &amp; compound types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5577840" cy="804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9183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393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Parameters, return values, statements vs. expressions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246120"/>
            <a:ext cx="5577840" cy="804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291839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control_flow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6393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if/else; loop; while; for; range iterators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60520"/>
            <a:ext cx="5577840" cy="804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06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structs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5537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Named fields; impl blocks; associated functions &amp; methods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160520"/>
            <a:ext cx="5577840" cy="804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206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ownership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5537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Move semantics; clone; borrow rules; lifetimes intro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74920"/>
            <a:ext cx="5577840" cy="804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1206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guessing_game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4681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First full program: stdin, rand, loop, match on Ordering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074920"/>
            <a:ext cx="5577840" cy="804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51206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guess_game_gui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4681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eframe/egui GUI layer on the guessing game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09360"/>
            <a:ext cx="12188952" cy="1371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320040" cy="63093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2 — Ultra Game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A623"/>
                </a:solidFill>
              </a:rPr>
              <a:t>10 games · CLI + GUI · Crossterm TUI · eframe/egui  •  rust-training/get-dependencies/projects/ultra_guessing_game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61872"/>
            <a:ext cx="5577840" cy="89611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167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🎯 Guessing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Number guessing with hints — the gateway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61872"/>
            <a:ext cx="5577840" cy="89611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3167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🔤 Hangman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Word guessing with ASCII gallows animation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67712"/>
            <a:ext cx="5577840" cy="89611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2257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🟩 Wordle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43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5-letter word game with colour-coded feedback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267712"/>
            <a:ext cx="5577840" cy="89611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32257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💣 Minesweeper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43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Full board logic + crossterm TUI + flagging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73552"/>
            <a:ext cx="5577840" cy="89611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3284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♟  Checkers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Complete rule engine: jumps, kings, forced captures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73552"/>
            <a:ext cx="5577840" cy="89611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3284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♜  Chess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Move validation, check/checkmate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79392"/>
            <a:ext cx="5577840" cy="89611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334255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⭕  Tic-Tac-Toe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7548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Minimax AI with unbeatable play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279392"/>
            <a:ext cx="5577840" cy="89611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334255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🃏 Blackjack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7548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Animated card-flip with ASCII art + dealer 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85232"/>
            <a:ext cx="5577840" cy="89611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4009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🂡 Poker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760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5-card draw with hand evaluation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285232"/>
            <a:ext cx="5577840" cy="896112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34009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🃚 Crazy Eights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760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Multi-player card game with draw-pile logic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309360"/>
            <a:ext cx="12188952" cy="1371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320040" cy="63093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3 — Iron Age RPG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Cargo Workspace · 10 crates · CLI + GUI · 84 tests  •  rust-training/iron-age-rpg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201168" cy="8229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3624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crates/core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373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Shared types, IDs, error kinds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98448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298448"/>
            <a:ext cx="201168" cy="8229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13624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crates/character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17373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Player &amp; NPC stats, levelling, XP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31136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231136"/>
            <a:ext cx="201168" cy="8229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2951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crates/combat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670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Turn-based combat engine, damage calc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231136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231136"/>
            <a:ext cx="201168" cy="8229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22951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crates/inventory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670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Item system, equip/unequip, capacity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163824"/>
            <a:ext cx="201168" cy="8229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32278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crates/world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6027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Map areas, sub-areas, enemies, bosses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163824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163824"/>
            <a:ext cx="201168" cy="8229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2" y="32278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crates/narrative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36027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Quest engine, 36+ side quests, story arcs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96512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096512"/>
            <a:ext cx="201168" cy="8229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4160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crates/crafting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45354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Recipe system, resource gathering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096512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096512"/>
            <a:ext cx="201168" cy="8229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02552" y="4160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crates/data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2552" y="45354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JSON/TOML asset loading via serde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029200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029200"/>
            <a:ext cx="201168" cy="8229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" y="50932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crates/game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" y="54681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CLI loop + egui GUI (eframe)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029200"/>
            <a:ext cx="55778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5029200"/>
            <a:ext cx="201168" cy="8229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02552" y="50932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crates/minesweeper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02552" y="54681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Standalone Minesweeper binary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309360"/>
            <a:ext cx="12188952" cy="1371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320040" cy="63093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4 — Anomalous Inquiry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A623"/>
                </a:solidFill>
              </a:rPr>
              <a:t>Rust · Axum 0.7 · Tera · pulldown-cmark · Tokio  •  github.com/Anaxagorius/Anomalous-inquiry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A neutral documentary research platform for anomalous experiences — no frontend JavaScript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5778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9280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Research Articles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Markdown content with YAML front matter, parsed by pulldown-cmark and rendered server-side via Tera templates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5778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9280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Reflections Journal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Admin-only journal protected by cookie authentication (ADMIN_PASSWORD env variable)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07791"/>
            <a:ext cx="55778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7179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Anonymous Comments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6499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Moderated comment system per article with suggestions inbox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907791"/>
            <a:ext cx="55778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97179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CE1–CE5 Archive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36499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Close encounter classification archive with interactive timeline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86783"/>
            <a:ext cx="55778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5079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PDF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44398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Per-article PDF generation using the printpdf crate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986783"/>
            <a:ext cx="55778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05079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RSS Feed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44398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Auto-generated RSS feed via the rss crate — zero JS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65776"/>
            <a:ext cx="55778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2978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Axum 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5229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Modular router with separate route handlers for articles, admin, comments, RSS, PDF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065776"/>
            <a:ext cx="55778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12978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5229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Deployed on Render.com using render.yaml IaC; cold-start ~3-6 min on free tier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09360"/>
            <a:ext cx="12188952" cy="1371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320040" cy="63093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5 — Esoteric Wisdom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A623"/>
                </a:solidFill>
              </a:rPr>
              <a:t>Full-Stack Auth · Askama · JWT · Argon2 · 140+ pages  •  esoteric-wisdom.onrender.com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577840" cy="10515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201168" cy="10515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Rust 2021 + Axum 0.7 + Tokio async runtime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98448"/>
            <a:ext cx="5577840" cy="10515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298448"/>
            <a:ext cx="201168" cy="10515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3898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Templates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Askama 0.12 — compile-time HTML, zero runtime parsing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87168"/>
            <a:ext cx="5577840" cy="10515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87168"/>
            <a:ext cx="201168" cy="10515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5786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Argon2 password hashing + JWT tokens in HTTP-only cookies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487168"/>
            <a:ext cx="5577840" cy="10515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487168"/>
            <a:ext cx="201168" cy="10515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5786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Tailwind CSS + animated star-fields + aurora effects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75887"/>
            <a:ext cx="5577840" cy="10515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675887"/>
            <a:ext cx="201168" cy="10515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767327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Tarot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15 historic decks (Rider-Waite-Smith, Thoth, Marseille + 12 more)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675887"/>
            <a:ext cx="5577840" cy="10515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675887"/>
            <a:ext cx="201168" cy="10515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767327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Journal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CRUD journal with mood tracking + JSON persistence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64608"/>
            <a:ext cx="5577840" cy="10515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864608"/>
            <a:ext cx="201168" cy="10515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560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394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140+ esoteric knowledge pages across 9 traditions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864608"/>
            <a:ext cx="5577840" cy="10515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864608"/>
            <a:ext cx="201168" cy="10515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9560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Safety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394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Arc&lt;RwLock&lt;&gt;&gt; for shared mutable state across async tasks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09360"/>
            <a:ext cx="12188952" cy="1371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320040" cy="63093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6 — GeoPolSim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Geopolitical Simulation Engine  •  github.com/Anaxagorius/GeoPolSim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A Rust-powered simulation of nation-state dynamics, economic interactions, and geopolitical events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0642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01168" cy="8229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842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Simulation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56816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Rust's deterministic execution and zero-cost abstractions make it ideal for
tick-based simulations requiring reproducible results.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110642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52928"/>
            <a:ext cx="201168" cy="8229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9169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Data Modelling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89504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Structs and enums model nation-states, alliances, resources, and events.
Serde enables save/load of simulation state as JSON.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85616"/>
            <a:ext cx="110642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85616"/>
            <a:ext cx="201168" cy="8229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8496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822192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No GC pauses. Large simulations with hundreds of entities run without
latency spikes — impossible to guarantee in Python or Java.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18304"/>
            <a:ext cx="110642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718304"/>
            <a:ext cx="201168" cy="8229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7823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Concurrency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754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Rayon / parallel iterators allow multi-threaded turn processing
with the borrow checker guaranteeing no data races.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650992"/>
            <a:ext cx="110642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650992"/>
            <a:ext cx="201168" cy="8229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715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Extensibility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687568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Trait-based plugin architecture: new simulation modules implement
a Simulatable trait, cleanly integrating into the engine loop.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309360"/>
            <a:ext cx="12188952" cy="1371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320040" cy="63093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Rust in Practice — Common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A623"/>
                </a:solidFill>
              </a:rPr>
              <a:t>The same idioms appear across every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201168" cy="15087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Result&lt;T, E&gt; &amp;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Used in every project. The ? operator propagates errors up the call stack cleanly
— no try/catch boilerplate, no silent panics in production paths.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325880"/>
            <a:ext cx="201168" cy="15087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#[derive(Serialize, Deserialize)]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874519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One attribute gives a struct full JSON/TOML I/O. Used in Iron Age RPG data assets,
Esoteric Wisdom journal, Anomalous Inquiry article metadata, and GeoPolSim state.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971800"/>
            <a:ext cx="201168" cy="15087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Arc&lt;Mutex&lt;&gt;&gt; / Arc&lt;RwLock&lt;&gt;&gt;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2044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Thread-safe shared state. Esoteric Wisdom uses Arc&lt;RwLock&lt;AppState&gt;&gt; to share users
and journal entries across all concurrent Axum request handlers.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971800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971800"/>
            <a:ext cx="201168" cy="15087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063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Trait Objects  (dyn Trait)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52044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Ultra Game Suite uses trait objects so the GUI launcher can hold any Game
variant behind a single pointer — polymorphism without inheritance.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17720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617720"/>
            <a:ext cx="201168" cy="15087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70915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Cargo Workspaces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166359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Iron Age RPG's 10-crate workspace keeps compile times fast and enforces
module boundaries. The same pattern scales to enterprise Rust projects.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617720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617720"/>
            <a:ext cx="201168" cy="15087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70915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Async fn + .await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166359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All three web projects use async fn throughout. Tokio schedules thousands
of concurrent HTTP connections on a small thread pool with zero blocking.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309360"/>
            <a:ext cx="12188952" cy="1371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320040" cy="63093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Progress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2651760" cy="210312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697480"/>
            <a:ext cx="2651760" cy="2286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Projects shipped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234440"/>
            <a:ext cx="2651760" cy="210312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2697480"/>
            <a:ext cx="2651760" cy="2286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Games in Ultra Suite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2651760" cy="210312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697480"/>
            <a:ext cx="2651760" cy="2286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RPG workspace crates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234440"/>
            <a:ext cx="2651760" cy="210312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2697480"/>
            <a:ext cx="2651760" cy="2286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5087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Automated tests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2651760" cy="210312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074920"/>
            <a:ext cx="2651760" cy="2286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862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140+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66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Web content pages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611880"/>
            <a:ext cx="2651760" cy="210312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3280" y="5074920"/>
            <a:ext cx="2651760" cy="2286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8862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164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166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Askama HTML templates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611880"/>
            <a:ext cx="2651760" cy="210312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5074920"/>
            <a:ext cx="2651760" cy="2286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8862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36+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66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RPG side quests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3611880"/>
            <a:ext cx="2651760" cy="210312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5074920"/>
            <a:ext cx="2651760" cy="22860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8862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5166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Tarot decks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309360"/>
            <a:ext cx="12188952" cy="1371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320040" cy="63093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 Really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9875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01168" cy="987552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5272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"The compiler is your best teacher"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642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Every error message is a lesson. Fighting the borrow checker forces you to think
about data flow, ownership, and lifetime in ways no other language demands.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11064240" cy="9875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201168" cy="987552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3500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"Build, don't just read"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7614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The Book is excellent, but the concepts only crystallise when you build something
that breaks — and fix it. Every game, every route handler burned the concept 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11064240" cy="9875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383280"/>
            <a:ext cx="201168" cy="987552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44728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"Rust scales from hello_world to production"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8587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The same language runs a 10-line guessing game and a deployed async web server
with JWT auth. No artificial ceiling.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80559"/>
            <a:ext cx="11064240" cy="9875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480559"/>
            <a:ext cx="201168" cy="987552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5445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"Fearless refactoring"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9560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Once the borrow checker is happy, large refactors feel safe. The compiler catches
broken invariants you'd miss in a dynamically typed language.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577840"/>
            <a:ext cx="11064240" cy="9875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577840"/>
            <a:ext cx="201168" cy="987552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6418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"The ecosystem is mature"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053327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tokio · axum · serde · askama · eframe · crossterm — world-class crates with
active maintenance, excellent docs, and real-world production use.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09360"/>
            <a:ext cx="12188952" cy="1371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320040" cy="63093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77724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201168" cy="7772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2893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Advanced Lifetimes &amp; GATs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62456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Generic Associated Types, Higher-Ranked Trait Bounds — the cutting edge of the type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30552"/>
            <a:ext cx="1106424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30552"/>
            <a:ext cx="201168" cy="7772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8541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Database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58568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sqlx / SeaORM for async PostgreSQL persistence in web projects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26664"/>
            <a:ext cx="11064240" cy="77724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26664"/>
            <a:ext cx="201168" cy="7772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08152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WebAssembly (Wasm)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15468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Compile Rust to Wasm for high-performance browser-side logic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22776"/>
            <a:ext cx="1106424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22776"/>
            <a:ext cx="201168" cy="7772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977639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Embedded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050791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no_std Rust on microcontrollers — Raspberry Pi / Arduino targets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18888"/>
            <a:ext cx="11064240" cy="77724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818888"/>
            <a:ext cx="201168" cy="7772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873751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Distributed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946903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gRPC with tonic; message queues; distributed simulation for GeoPolSim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715000"/>
            <a:ext cx="1106424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715000"/>
            <a:ext cx="201168" cy="7772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76986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Open Source Contribution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843016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Contribute to crates used in projects — axum, eframe, or game tooling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309360"/>
            <a:ext cx="12188952" cy="1371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320040" cy="6309360"/>
          </a:xfrm>
          <a:prstGeom prst="rect">
            <a:avLst/>
          </a:prstGeom>
          <a:solidFill>
            <a:srgbClr val="0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Links &amp;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5A623"/>
                </a:solidFill>
              </a:rPr>
              <a:t>"The greatest teacher failure is." — Yoda   (and the Rust compiler)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5778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Training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github.com/Anaxagorius/rust-training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55778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Anomalous Inquiry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github.com/Anaxagorius/Anomalous-inquiry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87752"/>
            <a:ext cx="55778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Esoteric Wisdom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906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github.com/Anaxagorius/esoteric-wisdom  •  esoteric-wisdom.onrender.com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587752"/>
            <a:ext cx="55778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6791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GeoPolSim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906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github.com/Anaxagorius/GeoPolSim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58184"/>
            <a:ext cx="55778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4962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The Rust 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6110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doc.rust-lang.org/book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758184"/>
            <a:ext cx="55778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84962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Comprehensive 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6110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google.github.io/comprehensive-rust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28616"/>
            <a:ext cx="55778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20055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Tokio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tokio.rs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928616"/>
            <a:ext cx="55778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020055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</a:rPr>
              <a:t>Axum 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4315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docs.rs/axum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88952" cy="137160"/>
          </a:xfrm>
          <a:prstGeom prst="rect">
            <a:avLst/>
          </a:prstGeom>
          <a:solidFill>
            <a:srgbClr val="CE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